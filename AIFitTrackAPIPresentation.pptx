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2860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AI FIT TRACK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332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  <a:defRPr sz="3000" b="1">
                <a:solidFill>
                  <a:srgbClr val="264E7D"/>
                </a:solidFill>
              </a:defRPr>
            </a:pPr>
            <a:r>
              <a:t>Smart Fitness Tracking &amp; Personalized Health Support</a:t>
            </a:r>
          </a:p>
          <a:p>
            <a:pPr algn="ctr">
              <a:spcAft>
                <a:spcPts val="1600"/>
              </a:spcAft>
              <a:defRPr sz="2400" b="1">
                <a:solidFill>
                  <a:srgbClr val="264E7D"/>
                </a:solidFill>
              </a:defRPr>
            </a:pPr>
            <a:r>
              <a:t>AI-powered API for fitness, activity and wellness tracking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2860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TEAM MEMBERS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332720" cy="3476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2200" b="1">
                <a:solidFill>
                  <a:srgbClr val="264E7D"/>
                </a:solidFill>
              </a:defRPr>
            </a:pPr>
            <a:r>
              <a:t>TEAM LEADER</a:t>
            </a:r>
          </a:p>
          <a:p>
            <a:pPr algn="ctr">
              <a:spcAft>
                <a:spcPts val="1200"/>
              </a:spcAft>
              <a:defRPr sz="2200" b="1">
                <a:solidFill>
                  <a:srgbClr val="264E7D"/>
                </a:solidFill>
              </a:defRPr>
            </a:pPr>
            <a:r>
              <a:rPr lang="en-IN" b="0"/>
              <a:t>KAMALI E</a:t>
            </a:r>
            <a:endParaRPr b="0"/>
          </a:p>
          <a:p>
            <a:pPr algn="ctr">
              <a:spcAft>
                <a:spcPts val="1200"/>
              </a:spcAft>
              <a:defRPr sz="2400" b="0">
                <a:solidFill>
                  <a:srgbClr val="264E7D"/>
                </a:solidFill>
              </a:defRPr>
            </a:pPr>
          </a:p>
          <a:p>
            <a:pPr algn="ctr">
              <a:spcAft>
                <a:spcPts val="1200"/>
              </a:spcAft>
              <a:defRPr sz="2200" b="1">
                <a:solidFill>
                  <a:srgbClr val="264E7D"/>
                </a:solidFill>
              </a:defRPr>
            </a:pPr>
            <a:r>
              <a:t>TEAM MEMBERS</a:t>
            </a:r>
          </a:p>
          <a:p>
            <a:pPr algn="ctr">
              <a:spcAft>
                <a:spcPts val="1200"/>
              </a:spcAft>
              <a:defRPr sz="2200" b="1">
                <a:solidFill>
                  <a:srgbClr val="264E7D"/>
                </a:solidFill>
              </a:defRPr>
            </a:pPr>
            <a:r>
              <a:rPr lang="en-IN" b="0"/>
              <a:t>HEMA R</a:t>
            </a:r>
            <a:endParaRPr lang="en-IN"/>
          </a:p>
          <a:p>
            <a:pPr algn="ctr">
              <a:spcAft>
                <a:spcPts val="1200"/>
              </a:spcAft>
              <a:defRPr sz="2400" b="0">
                <a:solidFill>
                  <a:srgbClr val="264E7D"/>
                </a:solidFill>
              </a:defRPr>
            </a:pPr>
            <a:r>
              <a:rPr lang="en-IN"/>
              <a:t>JANISHA S</a:t>
            </a:r>
            <a:endParaRPr lang="en-IN"/>
          </a:p>
          <a:p>
            <a:pPr algn="ctr">
              <a:spcAft>
                <a:spcPts val="1200"/>
              </a:spcAft>
              <a:defRPr sz="2400" b="0">
                <a:solidFill>
                  <a:srgbClr val="264E7D"/>
                </a:solidFill>
              </a:defRPr>
            </a:pPr>
            <a:r>
              <a:rPr lang="en-IN"/>
              <a:t>JANNATHOOL PIIRTHOUS A</a:t>
            </a:r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2860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332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2D3741"/>
                </a:solidFill>
              </a:defRPr>
            </a:pPr>
            <a:r>
              <a:t>• AI Fit Track API is designed to collect and process fitness-related data.</a:t>
            </a:r>
          </a:p>
          <a:p>
            <a:pPr>
              <a:spcAft>
                <a:spcPts val="1800"/>
              </a:spcAft>
              <a:defRPr sz="2200">
                <a:solidFill>
                  <a:srgbClr val="2D3741"/>
                </a:solidFill>
              </a:defRPr>
            </a:pPr>
            <a:r>
              <a:t>• It can support activity tracking, fitness analysis and personalized recommendations.</a:t>
            </a:r>
          </a:p>
          <a:p>
            <a:pPr>
              <a:spcAft>
                <a:spcPts val="1800"/>
              </a:spcAft>
              <a:defRPr sz="2200">
                <a:solidFill>
                  <a:srgbClr val="2D3741"/>
                </a:solidFill>
              </a:defRPr>
            </a:pPr>
            <a:r>
              <a:t>• The API acts as a bridge between a fitness application and its backend services.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2860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332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2D3741"/>
                </a:solidFill>
              </a:defRPr>
            </a:pPr>
            <a:r>
              <a:t>• Fitness data is often stored across different applications and devices.</a:t>
            </a:r>
          </a:p>
          <a:p>
            <a:pPr>
              <a:spcAft>
                <a:spcPts val="1800"/>
              </a:spcAft>
              <a:defRPr sz="2200">
                <a:solidFill>
                  <a:srgbClr val="2D3741"/>
                </a:solidFill>
              </a:defRPr>
            </a:pPr>
            <a:r>
              <a:t>• Users may find it difficult to understand their daily activity and progress.</a:t>
            </a:r>
          </a:p>
          <a:p>
            <a:pPr>
              <a:spcAft>
                <a:spcPts val="1800"/>
              </a:spcAft>
              <a:defRPr sz="2200">
                <a:solidFill>
                  <a:srgbClr val="2D3741"/>
                </a:solidFill>
              </a:defRPr>
            </a:pPr>
            <a:r>
              <a:t>• A centralized API can organize fitness data and provide meaningful insights.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2860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332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2D3741"/>
                </a:solidFill>
              </a:defRPr>
            </a:pPr>
            <a:r>
              <a:t>• Collect fitness data through API requests.</a:t>
            </a:r>
          </a:p>
          <a:p>
            <a:pPr>
              <a:spcAft>
                <a:spcPts val="1800"/>
              </a:spcAft>
              <a:defRPr sz="2200">
                <a:solidFill>
                  <a:srgbClr val="2D3741"/>
                </a:solidFill>
              </a:defRPr>
            </a:pPr>
            <a:r>
              <a:t>• Store and process user activity information.</a:t>
            </a:r>
          </a:p>
          <a:p>
            <a:pPr>
              <a:spcAft>
                <a:spcPts val="1800"/>
              </a:spcAft>
              <a:defRPr sz="2200">
                <a:solidFill>
                  <a:srgbClr val="2D3741"/>
                </a:solidFill>
              </a:defRPr>
            </a:pPr>
            <a:r>
              <a:t>• Analyze fitness metrics using intelligent logic.</a:t>
            </a:r>
          </a:p>
          <a:p>
            <a:pPr>
              <a:spcAft>
                <a:spcPts val="1800"/>
              </a:spcAft>
              <a:defRPr sz="2200">
                <a:solidFill>
                  <a:srgbClr val="2D3741"/>
                </a:solidFill>
              </a:defRPr>
            </a:pPr>
            <a:r>
              <a:t>• Provide personalized progress information and recommendations.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2860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332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2D3741"/>
                </a:solidFill>
              </a:defRPr>
            </a:pPr>
            <a:r>
              <a:t>• User profile &amp; fitness data management</a:t>
            </a:r>
          </a:p>
          <a:p>
            <a:pPr>
              <a:spcAft>
                <a:spcPts val="1800"/>
              </a:spcAft>
              <a:defRPr sz="2200">
                <a:solidFill>
                  <a:srgbClr val="2D3741"/>
                </a:solidFill>
              </a:defRPr>
            </a:pPr>
            <a:r>
              <a:t>• Activity and workout tracking</a:t>
            </a:r>
          </a:p>
          <a:p>
            <a:pPr>
              <a:spcAft>
                <a:spcPts val="1800"/>
              </a:spcAft>
              <a:defRPr sz="2200">
                <a:solidFill>
                  <a:srgbClr val="2D3741"/>
                </a:solidFill>
              </a:defRPr>
            </a:pPr>
            <a:r>
              <a:t>• Fitness metrics analysis</a:t>
            </a:r>
          </a:p>
          <a:p>
            <a:pPr>
              <a:spcAft>
                <a:spcPts val="1800"/>
              </a:spcAft>
              <a:defRPr sz="2200">
                <a:solidFill>
                  <a:srgbClr val="2D3741"/>
                </a:solidFill>
              </a:defRPr>
            </a:pPr>
            <a:r>
              <a:t>• Progress monitoring</a:t>
            </a:r>
          </a:p>
          <a:p>
            <a:pPr>
              <a:spcAft>
                <a:spcPts val="1800"/>
              </a:spcAft>
              <a:defRPr sz="2200">
                <a:solidFill>
                  <a:srgbClr val="2D3741"/>
                </a:solidFill>
              </a:defRPr>
            </a:pPr>
            <a:r>
              <a:t>• Personalized recommendations</a:t>
            </a:r>
          </a:p>
          <a:p>
            <a:pPr>
              <a:spcAft>
                <a:spcPts val="1800"/>
              </a:spcAft>
              <a:defRPr sz="2200">
                <a:solidFill>
                  <a:srgbClr val="2D3741"/>
                </a:solidFill>
              </a:defRPr>
            </a:pPr>
            <a:r>
              <a:t>• Secure API-based communication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2860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TECHNOLOGY &amp;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332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D3741"/>
                </a:solidFill>
              </a:defRPr>
            </a:pPr>
            <a:r>
              <a:t>• Frontend / Mobile App → AI Fit Track API → Backend Server → Database</a:t>
            </a:r>
          </a:p>
          <a:p>
            <a:pPr>
              <a:spcAft>
                <a:spcPts val="1800"/>
              </a:spcAft>
              <a:defRPr sz="2100">
                <a:solidFill>
                  <a:srgbClr val="2D3741"/>
                </a:solidFill>
              </a:defRPr>
            </a:pPr>
            <a:r>
              <a:t>• API: REST / JSON</a:t>
            </a:r>
          </a:p>
          <a:p>
            <a:pPr>
              <a:spcAft>
                <a:spcPts val="1800"/>
              </a:spcAft>
              <a:defRPr sz="2100">
                <a:solidFill>
                  <a:srgbClr val="2D3741"/>
                </a:solidFill>
              </a:defRPr>
            </a:pPr>
            <a:r>
              <a:t>• Backend: Node.js / Express (prototype)</a:t>
            </a:r>
          </a:p>
          <a:p>
            <a:pPr>
              <a:spcAft>
                <a:spcPts val="1800"/>
              </a:spcAft>
              <a:defRPr sz="2100">
                <a:solidFill>
                  <a:srgbClr val="2D3741"/>
                </a:solidFill>
              </a:defRPr>
            </a:pPr>
            <a:r>
              <a:t>• Database: MongoDB</a:t>
            </a:r>
          </a:p>
          <a:p>
            <a:pPr>
              <a:spcAft>
                <a:spcPts val="1800"/>
              </a:spcAft>
              <a:defRPr sz="2100">
                <a:solidFill>
                  <a:srgbClr val="2D3741"/>
                </a:solidFill>
              </a:defRPr>
            </a:pPr>
            <a:r>
              <a:t>• AI/Analytics: fitness-data analysis and recommendation logic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2860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</a:defRPr>
            </a:pPr>
            <a:r>
              <a:t>EXPECTED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332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2D3741"/>
                </a:solidFill>
              </a:defRPr>
            </a:pPr>
            <a:r>
              <a:t>• Centralized and structured fitness information</a:t>
            </a:r>
          </a:p>
          <a:p>
            <a:pPr>
              <a:spcAft>
                <a:spcPts val="1800"/>
              </a:spcAft>
              <a:defRPr sz="2200">
                <a:solidFill>
                  <a:srgbClr val="2D3741"/>
                </a:solidFill>
              </a:defRPr>
            </a:pPr>
            <a:r>
              <a:t>• Easy integration with fitness applications</a:t>
            </a:r>
          </a:p>
          <a:p>
            <a:pPr>
              <a:spcAft>
                <a:spcPts val="1800"/>
              </a:spcAft>
              <a:defRPr sz="2200">
                <a:solidFill>
                  <a:srgbClr val="2D3741"/>
                </a:solidFill>
              </a:defRPr>
            </a:pPr>
            <a:r>
              <a:t>• Useful activity and progress insights</a:t>
            </a:r>
          </a:p>
          <a:p>
            <a:pPr>
              <a:spcAft>
                <a:spcPts val="1800"/>
              </a:spcAft>
              <a:defRPr sz="2200">
                <a:solidFill>
                  <a:srgbClr val="2D3741"/>
                </a:solidFill>
              </a:defRPr>
            </a:pPr>
            <a:r>
              <a:t>• Personalized fitness support</a:t>
            </a:r>
          </a:p>
          <a:p>
            <a:pPr>
              <a:spcAft>
                <a:spcPts val="1800"/>
              </a:spcAft>
              <a:defRPr sz="2200">
                <a:solidFill>
                  <a:srgbClr val="2D3741"/>
                </a:solidFill>
              </a:defRPr>
            </a:pPr>
            <a:r>
              <a:t>• Scalable foundation for future AI-based health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1593</Words>
  <Application>WPS Presentation</Application>
  <PresentationFormat>On-screen Show (4:3)</PresentationFormat>
  <Paragraphs>75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WPS_1789623567</cp:lastModifiedBy>
  <cp:revision>6</cp:revision>
  <dcterms:created xsi:type="dcterms:W3CDTF">2013-01-27T09:14:00Z</dcterms:created>
  <dcterms:modified xsi:type="dcterms:W3CDTF">2026-09-30T06:53:10Z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97638564CCAF4BBD89674F2CAE65FB05_13</vt:lpwstr>
  </property>
</Properties>
</file>